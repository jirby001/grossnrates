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16256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2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3" y="91"/>
      </p:cViewPr>
      <p:guideLst>
        <p:guide orient="horz" pos="51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60416"/>
            <a:ext cx="10363200" cy="5659496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538164"/>
            <a:ext cx="9144000" cy="3924769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1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5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052716"/>
            <a:ext cx="10515600" cy="676204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878731"/>
            <a:ext cx="10515600" cy="3555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6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327407"/>
            <a:ext cx="5181600" cy="103142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7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485"/>
            <a:ext cx="10515600" cy="31420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84979"/>
            <a:ext cx="5157787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937956"/>
            <a:ext cx="5157787" cy="87338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84979"/>
            <a:ext cx="5183188" cy="195297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937956"/>
            <a:ext cx="5183188" cy="87338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7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9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0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40567"/>
            <a:ext cx="6172200" cy="1155229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4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83733"/>
            <a:ext cx="3932237" cy="379306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40567"/>
            <a:ext cx="6172200" cy="1155229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76800"/>
            <a:ext cx="3932237" cy="903487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9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65481"/>
            <a:ext cx="2628900" cy="137762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65481"/>
            <a:ext cx="7734300" cy="1377620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2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65485"/>
            <a:ext cx="10515600" cy="3142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327407"/>
            <a:ext cx="10515600" cy="10314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85169-4101-411D-A45F-3341B614C26D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066908"/>
            <a:ext cx="41148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066908"/>
            <a:ext cx="2743200" cy="8654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82088-421F-4E91-915D-EB8D45EE4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2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61" y="1834120"/>
            <a:ext cx="11532973" cy="119654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599" y="1059815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299" y="4908550"/>
            <a:ext cx="1003300" cy="14351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 rot="21273398">
            <a:off x="4470399" y="4083050"/>
            <a:ext cx="1003300" cy="14351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 rot="21263957">
            <a:off x="4647453" y="5758376"/>
            <a:ext cx="1003300" cy="14351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 rot="21273398">
            <a:off x="4960277" y="8795706"/>
            <a:ext cx="1003300" cy="14351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 rot="20844684">
            <a:off x="10301125" y="11137915"/>
            <a:ext cx="1003300" cy="14351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20857654">
            <a:off x="9906000" y="9429751"/>
            <a:ext cx="1003300" cy="14351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20857654">
            <a:off x="11188700" y="9201151"/>
            <a:ext cx="1003300" cy="14351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 rot="20857654">
            <a:off x="9131300" y="11360151"/>
            <a:ext cx="1003300" cy="14351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20983291">
            <a:off x="7084076" y="10290724"/>
            <a:ext cx="1003300" cy="1435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21229854">
            <a:off x="6033935" y="7084871"/>
            <a:ext cx="1003300" cy="1435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 rot="20732647">
            <a:off x="7492096" y="11828358"/>
            <a:ext cx="1003300" cy="14351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 rot="21081036">
            <a:off x="6357381" y="5323385"/>
            <a:ext cx="1003300" cy="14351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 rot="20489346">
            <a:off x="5684545" y="10416739"/>
            <a:ext cx="995406" cy="14351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rot="21016973">
            <a:off x="9337618" y="7623164"/>
            <a:ext cx="1003300" cy="1435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 rot="21346300">
            <a:off x="4313510" y="2543507"/>
            <a:ext cx="1003300" cy="14351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 rot="21324414">
            <a:off x="693449" y="3121897"/>
            <a:ext cx="1003300" cy="143510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9372599" y="1147445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5299" y="9664700"/>
            <a:ext cx="1143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49" y="829310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1299" y="878840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20449" y="932180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5549" y="728345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9849" y="1103630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8049" y="781685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76949" y="9893300"/>
            <a:ext cx="419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9619" y="11286998"/>
            <a:ext cx="2989152" cy="230832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– Summer Exclusion</a:t>
            </a:r>
          </a:p>
          <a:p>
            <a:r>
              <a:rPr lang="en-US" dirty="0">
                <a:solidFill>
                  <a:srgbClr val="FF0000"/>
                </a:solidFill>
              </a:rPr>
              <a:t>Double Red </a:t>
            </a:r>
            <a:r>
              <a:rPr lang="en-US" dirty="0"/>
              <a:t>– 2X Summer rain</a:t>
            </a:r>
          </a:p>
          <a:p>
            <a:r>
              <a:rPr lang="en-US" dirty="0">
                <a:solidFill>
                  <a:schemeClr val="accent1"/>
                </a:solidFill>
              </a:rPr>
              <a:t>Blue </a:t>
            </a:r>
            <a:r>
              <a:rPr lang="en-US" dirty="0"/>
              <a:t>= Winter Exclusion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Double Blue</a:t>
            </a:r>
            <a:r>
              <a:rPr lang="en-US" dirty="0"/>
              <a:t> = 2x Winter rain</a:t>
            </a:r>
          </a:p>
          <a:p>
            <a:r>
              <a:rPr lang="en-US" dirty="0">
                <a:solidFill>
                  <a:srgbClr val="FFFF00"/>
                </a:solidFill>
              </a:rPr>
              <a:t>Yellow</a:t>
            </a:r>
            <a:r>
              <a:rPr lang="en-US" dirty="0"/>
              <a:t> = Control</a:t>
            </a:r>
          </a:p>
          <a:p>
            <a:r>
              <a:rPr lang="en-US" dirty="0"/>
              <a:t>S = Sensor (temp, RH, NDVI</a:t>
            </a:r>
          </a:p>
          <a:p>
            <a:r>
              <a:rPr lang="en-US" dirty="0"/>
              <a:t>M = multiplexor</a:t>
            </a:r>
          </a:p>
          <a:p>
            <a:r>
              <a:rPr lang="en-US" dirty="0"/>
              <a:t>D = </a:t>
            </a:r>
            <a:r>
              <a:rPr lang="en-US" dirty="0" err="1"/>
              <a:t>Datalogger</a:t>
            </a:r>
            <a:r>
              <a:rPr lang="en-US" dirty="0"/>
              <a:t>, solar power</a:t>
            </a:r>
          </a:p>
        </p:txBody>
      </p:sp>
      <p:grpSp>
        <p:nvGrpSpPr>
          <p:cNvPr id="3" name="Group 2"/>
          <p:cNvGrpSpPr/>
          <p:nvPr/>
        </p:nvGrpSpPr>
        <p:grpSpPr>
          <a:xfrm rot="21302816">
            <a:off x="6276051" y="8580284"/>
            <a:ext cx="1003300" cy="1435100"/>
            <a:chOff x="2647949" y="7518400"/>
            <a:chExt cx="1003300" cy="1435100"/>
          </a:xfrm>
        </p:grpSpPr>
        <p:sp>
          <p:nvSpPr>
            <p:cNvPr id="47" name="Rectangle 46"/>
            <p:cNvSpPr/>
            <p:nvPr/>
          </p:nvSpPr>
          <p:spPr>
            <a:xfrm rot="21263957">
              <a:off x="2647949" y="7518400"/>
              <a:ext cx="1003300" cy="14351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 rot="21263957">
              <a:off x="2763210" y="7598826"/>
              <a:ext cx="764214" cy="122821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754836" y="4305890"/>
            <a:ext cx="1003300" cy="1435100"/>
            <a:chOff x="2647949" y="7518400"/>
            <a:chExt cx="1003300" cy="1435100"/>
          </a:xfrm>
        </p:grpSpPr>
        <p:sp>
          <p:nvSpPr>
            <p:cNvPr id="50" name="Rectangle 49"/>
            <p:cNvSpPr/>
            <p:nvPr/>
          </p:nvSpPr>
          <p:spPr>
            <a:xfrm rot="21263957">
              <a:off x="2647949" y="7518400"/>
              <a:ext cx="1003300" cy="1435100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 rot="21263957">
              <a:off x="2763210" y="7598826"/>
              <a:ext cx="764214" cy="1228213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 rot="21301472">
            <a:off x="7819716" y="8206659"/>
            <a:ext cx="1003300" cy="1435100"/>
            <a:chOff x="2647949" y="7518400"/>
            <a:chExt cx="1003300" cy="1435100"/>
          </a:xfrm>
        </p:grpSpPr>
        <p:sp>
          <p:nvSpPr>
            <p:cNvPr id="53" name="Rectangle 52"/>
            <p:cNvSpPr/>
            <p:nvPr/>
          </p:nvSpPr>
          <p:spPr>
            <a:xfrm rot="21263957">
              <a:off x="2647949" y="7518400"/>
              <a:ext cx="1003300" cy="1435100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 rot="21263957">
              <a:off x="2763210" y="7598826"/>
              <a:ext cx="764214" cy="1228213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3154309" y="6166465"/>
            <a:ext cx="1003300" cy="1435100"/>
            <a:chOff x="2647949" y="7518400"/>
            <a:chExt cx="1003300" cy="1435100"/>
          </a:xfrm>
        </p:grpSpPr>
        <p:sp>
          <p:nvSpPr>
            <p:cNvPr id="56" name="Rectangle 55"/>
            <p:cNvSpPr/>
            <p:nvPr/>
          </p:nvSpPr>
          <p:spPr>
            <a:xfrm rot="21263957">
              <a:off x="2647949" y="7518400"/>
              <a:ext cx="1003300" cy="14351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 rot="21263957">
              <a:off x="2763210" y="7598826"/>
              <a:ext cx="764214" cy="122821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411859" y="3680440"/>
            <a:ext cx="1003300" cy="1435100"/>
            <a:chOff x="2647949" y="7518400"/>
            <a:chExt cx="1003300" cy="1435100"/>
          </a:xfrm>
        </p:grpSpPr>
        <p:sp>
          <p:nvSpPr>
            <p:cNvPr id="60" name="Rectangle 59"/>
            <p:cNvSpPr/>
            <p:nvPr/>
          </p:nvSpPr>
          <p:spPr>
            <a:xfrm rot="21263957">
              <a:off x="2647949" y="7518400"/>
              <a:ext cx="1003300" cy="14351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 rot="21263957">
              <a:off x="2763210" y="7598826"/>
              <a:ext cx="764214" cy="122821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/>
          <p:cNvGrpSpPr/>
          <p:nvPr/>
        </p:nvGrpSpPr>
        <p:grpSpPr>
          <a:xfrm rot="193116">
            <a:off x="1949856" y="6268475"/>
            <a:ext cx="1003300" cy="1435100"/>
            <a:chOff x="2647949" y="7518400"/>
            <a:chExt cx="1003300" cy="1435100"/>
          </a:xfrm>
        </p:grpSpPr>
        <p:sp>
          <p:nvSpPr>
            <p:cNvPr id="63" name="Rectangle 62"/>
            <p:cNvSpPr/>
            <p:nvPr/>
          </p:nvSpPr>
          <p:spPr>
            <a:xfrm rot="21263957">
              <a:off x="2647949" y="7518400"/>
              <a:ext cx="1003300" cy="1435100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 rot="21263957">
              <a:off x="2763210" y="7598826"/>
              <a:ext cx="764214" cy="1228213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/>
          <p:cNvGrpSpPr/>
          <p:nvPr/>
        </p:nvGrpSpPr>
        <p:grpSpPr>
          <a:xfrm rot="21156417">
            <a:off x="4457084" y="10810978"/>
            <a:ext cx="1003300" cy="1435100"/>
            <a:chOff x="2647949" y="7518400"/>
            <a:chExt cx="1003300" cy="1435100"/>
          </a:xfrm>
        </p:grpSpPr>
        <p:sp>
          <p:nvSpPr>
            <p:cNvPr id="66" name="Rectangle 65"/>
            <p:cNvSpPr/>
            <p:nvPr/>
          </p:nvSpPr>
          <p:spPr>
            <a:xfrm rot="21263957">
              <a:off x="2647949" y="7518400"/>
              <a:ext cx="1003300" cy="1435100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 rot="21263957">
              <a:off x="2763210" y="7598826"/>
              <a:ext cx="764214" cy="1228213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324403" y="7952122"/>
            <a:ext cx="1003300" cy="1435100"/>
            <a:chOff x="2647949" y="7518400"/>
            <a:chExt cx="1003300" cy="1435100"/>
          </a:xfrm>
        </p:grpSpPr>
        <p:sp>
          <p:nvSpPr>
            <p:cNvPr id="70" name="Rectangle 69"/>
            <p:cNvSpPr/>
            <p:nvPr/>
          </p:nvSpPr>
          <p:spPr>
            <a:xfrm rot="21263957">
              <a:off x="2647949" y="7518400"/>
              <a:ext cx="1003300" cy="14351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 rot="21263957">
              <a:off x="2763210" y="7598826"/>
              <a:ext cx="764214" cy="122821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3868924-003D-472D-8140-8979C2BDF92D}"/>
              </a:ext>
            </a:extLst>
          </p:cNvPr>
          <p:cNvSpPr txBox="1"/>
          <p:nvPr/>
        </p:nvSpPr>
        <p:spPr>
          <a:xfrm>
            <a:off x="9264110" y="12196470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 control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D0B3C8-B0CD-4A10-9C04-46BABAB6D1CD}"/>
              </a:ext>
            </a:extLst>
          </p:cNvPr>
          <p:cNvSpPr txBox="1"/>
          <p:nvPr/>
        </p:nvSpPr>
        <p:spPr>
          <a:xfrm>
            <a:off x="10532078" y="12229998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2 control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5BDD8F-56A2-49DE-8F83-9152A4C8F225}"/>
              </a:ext>
            </a:extLst>
          </p:cNvPr>
          <p:cNvSpPr txBox="1"/>
          <p:nvPr/>
        </p:nvSpPr>
        <p:spPr>
          <a:xfrm>
            <a:off x="9820941" y="9560061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4 control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FB9689-8121-4396-80FD-D0D37AEBEB32}"/>
              </a:ext>
            </a:extLst>
          </p:cNvPr>
          <p:cNvSpPr txBox="1"/>
          <p:nvPr/>
        </p:nvSpPr>
        <p:spPr>
          <a:xfrm>
            <a:off x="11108433" y="9650218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3 control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A19DC6C-E1BF-495E-A540-9E085D33095E}"/>
              </a:ext>
            </a:extLst>
          </p:cNvPr>
          <p:cNvSpPr txBox="1"/>
          <p:nvPr/>
        </p:nvSpPr>
        <p:spPr>
          <a:xfrm>
            <a:off x="7387183" y="11924923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16 Winter Ex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A971A8D-A591-45C6-ADCD-872450C70370}"/>
              </a:ext>
            </a:extLst>
          </p:cNvPr>
          <p:cNvSpPr txBox="1"/>
          <p:nvPr/>
        </p:nvSpPr>
        <p:spPr>
          <a:xfrm>
            <a:off x="7045807" y="10358251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9 Summer Ex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A15B27-10D2-4752-A2A3-6E896BBD472F}"/>
              </a:ext>
            </a:extLst>
          </p:cNvPr>
          <p:cNvSpPr txBox="1"/>
          <p:nvPr/>
        </p:nvSpPr>
        <p:spPr>
          <a:xfrm>
            <a:off x="5599099" y="11017060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15 Winter Ex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B1F2A8F-0ECC-49CF-A9FD-69F3AE05E08E}"/>
              </a:ext>
            </a:extLst>
          </p:cNvPr>
          <p:cNvSpPr txBox="1"/>
          <p:nvPr/>
        </p:nvSpPr>
        <p:spPr>
          <a:xfrm>
            <a:off x="4268875" y="11059467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21 Winter 2x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656BA4-F651-4291-847C-FFA37CEA73D7}"/>
              </a:ext>
            </a:extLst>
          </p:cNvPr>
          <p:cNvSpPr txBox="1"/>
          <p:nvPr/>
        </p:nvSpPr>
        <p:spPr>
          <a:xfrm>
            <a:off x="4879114" y="8912694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6 control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935605-5027-4547-8163-0865D51C649A}"/>
              </a:ext>
            </a:extLst>
          </p:cNvPr>
          <p:cNvSpPr txBox="1"/>
          <p:nvPr/>
        </p:nvSpPr>
        <p:spPr>
          <a:xfrm>
            <a:off x="6179569" y="5495033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14 Winter Ex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0B75B4-F5AE-4597-BCE9-A020664F4DD1}"/>
              </a:ext>
            </a:extLst>
          </p:cNvPr>
          <p:cNvSpPr txBox="1"/>
          <p:nvPr/>
        </p:nvSpPr>
        <p:spPr>
          <a:xfrm>
            <a:off x="2654291" y="4557252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23 Winter 2x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15C7D1F-CB8C-47F8-B744-521D327737E2}"/>
              </a:ext>
            </a:extLst>
          </p:cNvPr>
          <p:cNvSpPr txBox="1"/>
          <p:nvPr/>
        </p:nvSpPr>
        <p:spPr>
          <a:xfrm>
            <a:off x="1892120" y="6476456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24 Winter 2x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8CCFEBA-65BA-4BE2-A989-26F3552517CA}"/>
              </a:ext>
            </a:extLst>
          </p:cNvPr>
          <p:cNvSpPr txBox="1"/>
          <p:nvPr/>
        </p:nvSpPr>
        <p:spPr>
          <a:xfrm>
            <a:off x="2992007" y="6320921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20 Summer 2x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52E8CF-D7C7-475C-B7D3-74816FEF5FCF}"/>
              </a:ext>
            </a:extLst>
          </p:cNvPr>
          <p:cNvSpPr txBox="1"/>
          <p:nvPr/>
        </p:nvSpPr>
        <p:spPr>
          <a:xfrm>
            <a:off x="3162695" y="8110097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18 Summer 2x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44DA7B-9550-43A3-84EF-8A43EB27B59F}"/>
              </a:ext>
            </a:extLst>
          </p:cNvPr>
          <p:cNvSpPr txBox="1"/>
          <p:nvPr/>
        </p:nvSpPr>
        <p:spPr>
          <a:xfrm>
            <a:off x="4446298" y="4191342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8 control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E3C962-666F-460F-9C19-6384DE2445DA}"/>
              </a:ext>
            </a:extLst>
          </p:cNvPr>
          <p:cNvSpPr txBox="1"/>
          <p:nvPr/>
        </p:nvSpPr>
        <p:spPr>
          <a:xfrm>
            <a:off x="4616986" y="5825070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7 control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6C11434-D811-42B3-A9BF-5D00117309AF}"/>
              </a:ext>
            </a:extLst>
          </p:cNvPr>
          <p:cNvSpPr txBox="1"/>
          <p:nvPr/>
        </p:nvSpPr>
        <p:spPr>
          <a:xfrm>
            <a:off x="776730" y="5162702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5 control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63506DB-12EA-4FAB-A91F-3BABD6AD232A}"/>
              </a:ext>
            </a:extLst>
          </p:cNvPr>
          <p:cNvSpPr txBox="1"/>
          <p:nvPr/>
        </p:nvSpPr>
        <p:spPr>
          <a:xfrm>
            <a:off x="6159619" y="9222569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17 Summer 2x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00D936A-BA93-460E-A93F-615196B8AE94}"/>
              </a:ext>
            </a:extLst>
          </p:cNvPr>
          <p:cNvSpPr txBox="1"/>
          <p:nvPr/>
        </p:nvSpPr>
        <p:spPr>
          <a:xfrm>
            <a:off x="6252553" y="3807392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19 Summer 2x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E387EA7-6156-4090-876D-AAB9CE0D23CC}"/>
              </a:ext>
            </a:extLst>
          </p:cNvPr>
          <p:cNvSpPr txBox="1"/>
          <p:nvPr/>
        </p:nvSpPr>
        <p:spPr>
          <a:xfrm>
            <a:off x="9203010" y="7803609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11 Summer Ex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2E1CC32-249C-4058-96FF-690714928E53}"/>
              </a:ext>
            </a:extLst>
          </p:cNvPr>
          <p:cNvSpPr txBox="1"/>
          <p:nvPr/>
        </p:nvSpPr>
        <p:spPr>
          <a:xfrm>
            <a:off x="5889656" y="7703618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10 Summer Ex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AFB5A7F-E1B2-42B8-94D9-FCCBED753D9B}"/>
              </a:ext>
            </a:extLst>
          </p:cNvPr>
          <p:cNvSpPr txBox="1"/>
          <p:nvPr/>
        </p:nvSpPr>
        <p:spPr>
          <a:xfrm>
            <a:off x="4195428" y="2745958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12 Summer Ex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0BD419B-1052-463F-88B8-A0CBB5E533F1}"/>
              </a:ext>
            </a:extLst>
          </p:cNvPr>
          <p:cNvSpPr txBox="1"/>
          <p:nvPr/>
        </p:nvSpPr>
        <p:spPr>
          <a:xfrm>
            <a:off x="559619" y="3249227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13 Winter Ex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C08C9AE-8350-4FFF-A1F3-9E20DDC1DBFE}"/>
              </a:ext>
            </a:extLst>
          </p:cNvPr>
          <p:cNvSpPr txBox="1"/>
          <p:nvPr/>
        </p:nvSpPr>
        <p:spPr>
          <a:xfrm>
            <a:off x="7738728" y="8669566"/>
            <a:ext cx="15532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22 Winter 2x</a:t>
            </a:r>
          </a:p>
        </p:txBody>
      </p:sp>
    </p:spTree>
    <p:extLst>
      <p:ext uri="{BB962C8B-B14F-4D97-AF65-F5344CB8AC3E}">
        <p14:creationId xmlns:p14="http://schemas.microsoft.com/office/powerpoint/2010/main" val="287649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115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Darrel Jenerette</dc:creator>
  <cp:lastModifiedBy>Peter Homyak</cp:lastModifiedBy>
  <cp:revision>18</cp:revision>
  <cp:lastPrinted>2018-10-24T03:00:12Z</cp:lastPrinted>
  <dcterms:created xsi:type="dcterms:W3CDTF">2018-03-13T19:25:32Z</dcterms:created>
  <dcterms:modified xsi:type="dcterms:W3CDTF">2018-11-02T22:17:06Z</dcterms:modified>
</cp:coreProperties>
</file>